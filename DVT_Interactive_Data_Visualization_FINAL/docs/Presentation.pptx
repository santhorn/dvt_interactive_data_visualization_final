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Data Visualization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สถิติผู้เสียชีวิตจากเหตุที่เกี่ยวข้องกับยานพาหนะ ปี พ.ศ. 2568</a:t>
            </a:r>
          </a:p>
          <a:p>
            <a:r>
              <a:t>D3.js +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โจทย์และวัตถุประสงค์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เปลี่ยนข้อมูลดิบเป็น dashboard ที่เข้าใจง่าย</a:t>
            </a:r>
          </a:p>
          <a:p>
            <a:r>
              <a:t>• วิเคราะห์แนวโน้มตามเวลา เพศ จังหวัด และยานพาหนะ</a:t>
            </a:r>
          </a:p>
          <a:p>
            <a:r>
              <a:t>• สร้าง 2 เวอร์ชันสำหรับข้อมูลชุดเดียวกัน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Raw: 16,078 แถว × 21 คอลัมน์</a:t>
            </a:r>
          </a:p>
          <a:p>
            <a:r>
              <a:t>• Cleaned: 16,078 แถว × 16 คอลัมน์</a:t>
            </a:r>
          </a:p>
          <a:p>
            <a:r>
              <a:t>• คอลัมน์ว่างทั้งคอลัมน์ถูกตัดออก 5 คอลัมน์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categorical → “ไม่ระบุ”</a:t>
            </a:r>
          </a:p>
          <a:p>
            <a:r>
              <a:t>• Age missing 263 ราย → median 45 ปี</a:t>
            </a:r>
          </a:p>
          <a:p>
            <a:r>
              <a:t>• ตรวจ duplicate → 0 แถวซ้ำ</a:t>
            </a:r>
          </a:p>
          <a:p>
            <a:r>
              <a:t>• ไม่เดาพิกัดที่หาย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Chart: รายเดือน</a:t>
            </a:r>
          </a:p>
          <a:p>
            <a:r>
              <a:t>• Donut Chart: เพศ</a:t>
            </a:r>
          </a:p>
          <a:p>
            <a:r>
              <a:t>• Bar Chart: ยานพาหนะ / วันในสัปดาห์</a:t>
            </a:r>
          </a:p>
          <a:p>
            <a:r>
              <a:t>• Horizontal Bar: 10 จังหวัดสูงสุด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Filter เดือน / เพศ / จังหวัด / ยานพาหนะ</a:t>
            </a:r>
          </a:p>
          <a:p>
            <a:r>
              <a:t>• Tooltip</a:t>
            </a:r>
          </a:p>
          <a:p>
            <a:r>
              <a:t>• Reset filter</a:t>
            </a:r>
          </a:p>
          <a:p>
            <a:r>
              <a:t>• Responsive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D3.js vs Chart.js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D3.js: ยืดหยุ่นและควบคุม visualization ได้ละเอียด</a:t>
            </a:r>
          </a:p>
          <a:p>
            <a:r>
              <a:t>Chart.js: สร้างกราฟมาตรฐานได้เร็วและกระชับ</a:t>
            </a:r>
          </a:p>
          <a:p>
            <a:r>
              <a:t>ทั้งสองเวอร์ชันใช้ข้อมูล cleaned ชุดเดียวกัน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สรุปและข้อจำกัด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อายุเฉลี่ย 44.9 ปี</a:t>
            </a:r>
          </a:p>
          <a:p>
            <a:r>
              <a:t>• เพศที่พบมากที่สุด: ชาย</a:t>
            </a:r>
          </a:p>
          <a:p>
            <a:r>
              <a:t>• ยานพาหนะสูงสุด: รถจักรยานยนต์</a:t>
            </a:r>
          </a:p>
          <a:p>
            <a:r>
              <a:t>• ข้อจำกัด: พิกัดจำนวนมากไม่มีค่า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Demo /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สาธิต D3.js</a:t>
            </a:r>
          </a:p>
          <a:p>
            <a:r>
              <a:t>• สาธิต Chart.js</a:t>
            </a:r>
          </a:p>
          <a:p>
            <a:r>
              <a:t>• แสดง filter + tooltip + reset</a:t>
            </a:r>
          </a:p>
          <a:p>
            <a:r>
              <a:t>• GitHub Repository และ GitHub Pages จะใส่ URL จริงก่อนส่ง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