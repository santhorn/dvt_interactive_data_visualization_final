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32" autoAdjust="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4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1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5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0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7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49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14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59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55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6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38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87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Interactive Data Visualization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>
                <a:latin typeface="Angsana New" panose="02020603050405020304" pitchFamily="18" charset="-34"/>
                <a:cs typeface="Angsana New" panose="02020603050405020304" pitchFamily="18" charset="-34"/>
              </a:rPr>
              <a:t>สถิติผู้เสียชีวิตจากเหตุที่เกี่ยวข้องกับยานพาหนะ ปี พ.ศ. 2568</a:t>
            </a:r>
          </a:p>
          <a:p>
            <a:r>
              <a:rPr>
                <a:latin typeface="Angsana New" panose="02020603050405020304" pitchFamily="18" charset="-34"/>
                <a:cs typeface="Angsana New" panose="02020603050405020304" pitchFamily="18" charset="-34"/>
              </a:rPr>
              <a:t>D3.js +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ngsana New" panose="02020603050405020304" pitchFamily="18" charset="-34"/>
                <a:cs typeface="Angsana New" panose="02020603050405020304" pitchFamily="18" charset="-34"/>
              </a:rPr>
              <a:t>1. โจทย์และวัตถุประสงค์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Angsana New" panose="02020603050405020304" pitchFamily="18" charset="-34"/>
                <a:cs typeface="Angsana New" panose="02020603050405020304" pitchFamily="18" charset="-34"/>
              </a:rPr>
              <a:t>• เปลี่ยนข้อมูลดิบเป็น dashboard ที่เข้าใจง่าย</a:t>
            </a:r>
          </a:p>
          <a:p>
            <a:r>
              <a:rPr>
                <a:latin typeface="Angsana New" panose="02020603050405020304" pitchFamily="18" charset="-34"/>
                <a:cs typeface="Angsana New" panose="02020603050405020304" pitchFamily="18" charset="-34"/>
              </a:rPr>
              <a:t>• วิเคราะห์แนวโน้มตามเวลา เพศ จังหวัด และยานพาหนะ</a:t>
            </a:r>
          </a:p>
          <a:p>
            <a:r>
              <a:rPr>
                <a:latin typeface="Angsana New" panose="02020603050405020304" pitchFamily="18" charset="-34"/>
                <a:cs typeface="Angsana New" panose="02020603050405020304" pitchFamily="18" charset="-34"/>
              </a:rPr>
              <a:t>• สร้าง 2 เวอร์ชันสำหรับข้อมูลชุดเดียวกัน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2. 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Raw: 16,078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แถว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× 21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คอลัมน์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Cleaned: 16,078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แถว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× 16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คอลัมน์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คอลัมน์ว่างทั้งคอลัมน์ถูกตัดออก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5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คอลัมน์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3.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Missing categorical → “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ไม่ระบุ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”</a:t>
            </a: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Age missing 263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ราย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→ median 45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ปี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ตรวจ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duplicate → 0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แถวซ้ำ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ไม่เดาพิกัดที่หาย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4.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Line Chart: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รายเดือน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Donut Chart: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เพศ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Bar Chart: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ยานพาหนะ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/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วันในสัปดาห์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Horizontal Bar: 10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จังหวัดสูงสุด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5. Interactivity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Filter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เดือน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/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เพศ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/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จังหวัด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/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ยานพาหนะ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Tooltip</a:t>
            </a: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Reset filter</a:t>
            </a: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Responsive layout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6. D3.js vs Chart.js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D3.js: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ยืดหยุ่นและควบคุม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visualization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ได้ละเอียด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Chart.js: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สร้างกราฟมาตรฐานได้เร็วและกระชับ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ทั้งสองเวอร์ชันใช้ข้อมูล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cleaned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ชุดเดียวกัน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7.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สรุปและข้อจำกัด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อายุเฉลี่ย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44.9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ปี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เพศที่พบมากที่สุด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: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ชาย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ยานพาหนะสูงสุด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: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รถจักรยานยนต์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ข้อจำกัด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: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พิกัดจำนวนมากไม่มีค่า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8. Demo /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สาธิต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D3.js</a:t>
            </a: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สาธิต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Chart.js</a:t>
            </a: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แสดง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filter + tooltip + reset</a:t>
            </a:r>
          </a:p>
          <a:p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• GitHub Repository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และ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GitHub Pages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จะใส่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 URL </a:t>
            </a:r>
            <a:r>
              <a:rPr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จริงก่อนส่ง</a:t>
            </a:r>
            <a:endParaRPr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4</TotalTime>
  <Words>271</Words>
  <Application>Microsoft Office PowerPoint</Application>
  <PresentationFormat>On-screen Show (4:3)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Angsana New</vt:lpstr>
      <vt:lpstr>Corbel</vt:lpstr>
      <vt:lpstr>Wingdings 2</vt:lpstr>
      <vt:lpstr>Frame</vt:lpstr>
      <vt:lpstr>Interactive Data Visualization Project</vt:lpstr>
      <vt:lpstr>1. โจทย์และวัตถุประสงค์</vt:lpstr>
      <vt:lpstr>2. Data Understanding</vt:lpstr>
      <vt:lpstr>3. Data Cleaning</vt:lpstr>
      <vt:lpstr>4. Visualization</vt:lpstr>
      <vt:lpstr>5. Interactivity</vt:lpstr>
      <vt:lpstr>6. D3.js vs Chart.js</vt:lpstr>
      <vt:lpstr>7. สรุปและข้อจำกัด</vt:lpstr>
      <vt:lpstr>8. Demo / Deployment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Danuwat Kesonkopkaeo</cp:lastModifiedBy>
  <cp:revision>2</cp:revision>
  <dcterms:created xsi:type="dcterms:W3CDTF">2013-01-27T09:14:16Z</dcterms:created>
  <dcterms:modified xsi:type="dcterms:W3CDTF">2026-09-27T14:22:31Z</dcterms:modified>
  <cp:category/>
</cp:coreProperties>
</file>